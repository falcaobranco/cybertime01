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Inter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C33DFC-9E2A-F431-4E09-D3E5E1245266}" v="57" dt="2026-06-20T21:45:42.090"/>
    <p1510:client id="{FD6D730E-46E5-1465-EF93-7BA8BC0CF4FE}" v="7" dt="2026-06-20T21:49:51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15271"/>
            <a:ext cx="110490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942653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FF88"/>
                </a:solidFill>
                <a:latin typeface="Inter"/>
                <a:ea typeface="Inter"/>
                <a:cs typeface="Inter"/>
                <a:sym typeface="Inter"/>
              </a:rPr>
              <a:t>CyberTime01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3119437"/>
            <a:ext cx="116014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Análise Técnica &amp; Pilares da POO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515296"/>
            <a:ext cx="106489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E1E6"/>
                </a:solidFill>
                <a:latin typeface="Fira Code"/>
                <a:ea typeface="Fira Code"/>
                <a:cs typeface="Fira Code"/>
                <a:sym typeface="Fira Code"/>
              </a:rPr>
              <a:t>Acadêmico: João Victor Falcão Ribeiro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73982"/>
            <a:ext cx="5334000" cy="303237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72638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20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CyberTime01</a:t>
            </a: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é um sistema de gerenciamento centralizado para LAN Houses, projetado para controlar estações de trabalho, sessões de usuários e faturamento automatizado.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5550" y="2593032"/>
            <a:ext cx="5295900" cy="299427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57250" y="3455044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469332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Arquitetura:</a:t>
            </a:r>
            <a:r>
              <a:rPr lang="en-US" sz="1350" b="0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 Console Application em C#.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3655069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669357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Persistência:</a:t>
            </a:r>
            <a:r>
              <a:rPr lang="en-US" sz="1350" b="0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 Arquivos de texto (.txt) via CSV.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855094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869382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350" b="0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 Automatizar o ciclo de vida da sessão e garantir precisão na tarifação dinâmica.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88"/>
                </a:solidFill>
                <a:latin typeface="Inter"/>
                <a:ea typeface="Inter"/>
                <a:cs typeface="Inter"/>
                <a:sym typeface="Inter"/>
              </a:rPr>
              <a:t>Visão Geral do Projeto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512837"/>
            <a:ext cx="59245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57450" y="3261419"/>
            <a:ext cx="20955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7800" y="3270944"/>
            <a:ext cx="20955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39050" y="3270944"/>
            <a:ext cx="20955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943600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8A8B3"/>
                </a:solidFill>
                <a:latin typeface="Inter"/>
                <a:ea typeface="Inter"/>
                <a:cs typeface="Inter"/>
                <a:sym typeface="Inter"/>
              </a:rPr>
              <a:t>A estrutura utiliza Generics para centralizar a lógica de manipulação de modelos de dados.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38700" y="3747194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2619375" y="3690044"/>
            <a:ext cx="17716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2619375" y="3823394"/>
            <a:ext cx="1771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# itemDatabase: List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+ CRUD(): void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657850" y="3423344"/>
            <a:ext cx="129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ClienteController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410200" y="3690044"/>
            <a:ext cx="17907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410200" y="3823394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+ SalvarArquivo()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+ GetKey()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986712" y="3423344"/>
            <a:ext cx="1400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MaquinaController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791450" y="3690044"/>
            <a:ext cx="17907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7791450" y="3823394"/>
            <a:ext cx="1790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+ SalvarArquivo()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+ GetKey()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1512837"/>
            <a:ext cx="37147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 descr="Tela de computador com texto preto sobre fundo verde&#10;&#10;O conteúdo gerado por IA pode estar incorreto.">
            <a:extLst>
              <a:ext uri="{FF2B5EF4-FFF2-40B4-BE49-F238E27FC236}">
                <a16:creationId xmlns:a16="http://schemas.microsoft.com/office/drawing/2014/main" id="{E05C205A-41BC-248C-728B-7221F66931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268"/>
            <a:ext cx="12192000" cy="6851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5903"/>
            <a:ext cx="5334000" cy="134838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3320653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C# Code Snippet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19150" y="3663553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792EA"/>
                </a:solidFill>
                <a:latin typeface="Fira Code"/>
                <a:ea typeface="Fira Code"/>
                <a:cs typeface="Fira Code"/>
                <a:sym typeface="Fira Code"/>
              </a:rPr>
              <a:t>public abstract class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2914650" y="3663553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CB8B"/>
                </a:solidFill>
                <a:latin typeface="Fira Code"/>
                <a:ea typeface="Fira Code"/>
                <a:cs typeface="Fira Code"/>
                <a:sym typeface="Fira Code"/>
              </a:rPr>
              <a:t>BaseCRUD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19150" y="3663553"/>
            <a:ext cx="4667250" cy="62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37777"/>
                </a:solidFill>
                <a:latin typeface="Fira Code"/>
                <a:ea typeface="Fira Code"/>
                <a:cs typeface="Fira Code"/>
                <a:sym typeface="Fira Code"/>
              </a:rPr>
              <a:t>// Define a estrutura essencial sem // se preocupar com tipos específicos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962150" y="4090094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792EA"/>
                </a:solidFill>
                <a:latin typeface="Fira Code"/>
                <a:ea typeface="Fira Code"/>
                <a:cs typeface="Fira Code"/>
                <a:sym typeface="Fira Code"/>
              </a:rPr>
              <a:t>protected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19150" y="4090094"/>
            <a:ext cx="4476750" cy="41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792EA"/>
                </a:solidFill>
                <a:latin typeface="Fira Code"/>
                <a:ea typeface="Fira Code"/>
                <a:cs typeface="Fira Code"/>
                <a:sym typeface="Fira Code"/>
              </a:rPr>
              <a:t>public virtual void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286500" y="3568303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O conceito de </a:t>
            </a:r>
            <a:r>
              <a:rPr lang="en-US" sz="120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Abstração</a:t>
            </a: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é aplicado na classe BaseCRUD. Ela define o comportamento essencial de um controlador de dados (carregar, salvar, listar) sem expor os detalhes de implementação de cada entidade específica.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88"/>
                </a:solidFill>
                <a:latin typeface="Inter"/>
                <a:ea typeface="Inter"/>
                <a:cs typeface="Inter"/>
                <a:sym typeface="Inter"/>
              </a:rPr>
              <a:t>1. Abstração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1512837"/>
            <a:ext cx="80962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21101C5-C018-D406-6FA0-9726781E0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41" y="3385419"/>
            <a:ext cx="6071378" cy="1323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522612"/>
            <a:ext cx="5334000" cy="113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3675012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20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Herança</a:t>
            </a: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permite que classes como ClienteController e MaquinaController herdem toda a lógica genérica de CRUD, reduzindo a duplicidade de código.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477000" y="3427362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C# Code Snippet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34150" y="3770262"/>
            <a:ext cx="3524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37777"/>
                </a:solidFill>
                <a:latin typeface="Fira Code"/>
                <a:ea typeface="Fira Code"/>
                <a:cs typeface="Fira Code"/>
                <a:sym typeface="Fira Code"/>
              </a:rPr>
              <a:t>// ClienteController estende BaseCRUD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153650" y="3770262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792EA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34150" y="3983533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CB8B"/>
                </a:solidFill>
                <a:latin typeface="Fira Code"/>
                <a:ea typeface="Fira Code"/>
                <a:cs typeface="Fira Code"/>
                <a:sym typeface="Fira Code"/>
              </a:rPr>
              <a:t>ClienteController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39150" y="3983533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CB8B"/>
                </a:solidFill>
                <a:latin typeface="Fira Code"/>
                <a:ea typeface="Fira Code"/>
                <a:cs typeface="Fira Code"/>
                <a:sym typeface="Fira Code"/>
              </a:rPr>
              <a:t>BaseCRUD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34150" y="3983533"/>
            <a:ext cx="3714750" cy="41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37777"/>
                </a:solidFill>
                <a:latin typeface="Fira Code"/>
                <a:ea typeface="Fira Code"/>
                <a:cs typeface="Fira Code"/>
                <a:sym typeface="Fira Code"/>
              </a:rPr>
              <a:t>// Herda itemDatabase e métodos CRUD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88"/>
                </a:solidFill>
                <a:latin typeface="Inter"/>
                <a:ea typeface="Inter"/>
                <a:cs typeface="Inter"/>
                <a:sym typeface="Inter"/>
              </a:rPr>
              <a:t>2. Herança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1512837"/>
            <a:ext cx="84391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757C191F-A78F-A14E-E4FB-83B92D3E5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291" y="2202881"/>
            <a:ext cx="6131944" cy="33723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762000" y="3320653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C# Code Snippet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54538" y="3194492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20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Encapsulamento</a:t>
            </a: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é garantido pelo uso de modificadores de acesso private e protected. A base de dados física e os métodos de escrita em disco são internos à classe, protegendo a integridade dos dados contra acesso externo indevido.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88"/>
                </a:solidFill>
                <a:latin typeface="Inter"/>
                <a:ea typeface="Inter"/>
                <a:cs typeface="Inter"/>
                <a:sym typeface="Inter"/>
              </a:rPr>
              <a:t>3. Encapsulamento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512837"/>
            <a:ext cx="65817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D128BE5-8C00-8239-249D-39DA041AC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63" y="2136925"/>
            <a:ext cx="3571875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3675012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lang="en-US" sz="120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Polimorfismo</a:t>
            </a: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 ocorre através da sobrescrita (override). Embora a classe base tenha um método CRUD padrão, cada controlador pode estender esse comportamento para realizar ações específicas, como salvar o arquivo após uma alteração.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477000" y="3427362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C# Code Snippet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88"/>
                </a:solidFill>
                <a:latin typeface="Inter"/>
                <a:ea typeface="Inter"/>
                <a:cs typeface="Inter"/>
                <a:sym typeface="Inter"/>
              </a:rPr>
              <a:t>4. Polimorfismo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1512837"/>
            <a:ext cx="735330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19D6346-359D-D053-DDFD-F224A159F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172" y="1917491"/>
            <a:ext cx="6065089" cy="3511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93837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6370587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Interface de console ASCII garantindo UX simplificada e feedback visual imediato para o operador.</a:t>
            </a:r>
            <a:endParaRPr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912887"/>
            <a:ext cx="11620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0" y="1720299"/>
            <a:ext cx="4848950" cy="38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FF88"/>
                </a:solidFill>
                <a:latin typeface="Inter"/>
                <a:ea typeface="Inter"/>
                <a:cs typeface="Inter"/>
                <a:sym typeface="Inter"/>
              </a:rPr>
              <a:t>Sistema em Execução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1512837"/>
            <a:ext cx="59721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5827" y="1720311"/>
            <a:ext cx="5656651" cy="307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162050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295275" y="289083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Análise Concluída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4086225"/>
            <a:ext cx="11049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1E1E6"/>
                </a:solidFill>
                <a:latin typeface="Inter"/>
                <a:ea typeface="Inter"/>
                <a:cs typeface="Inter"/>
                <a:sym typeface="Inter"/>
              </a:rPr>
              <a:t>O CyberTime01 demonstra uma aplicação madura dos conceitos de Orientação a Objetos para resolver problemas reais de automação comercial.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5343525"/>
            <a:ext cx="11049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00FF88"/>
                </a:solidFill>
                <a:latin typeface="Fira Code"/>
                <a:ea typeface="Fira Code"/>
                <a:cs typeface="Fira Code"/>
                <a:sym typeface="Fira Code"/>
              </a:rPr>
              <a:t>2026</a:t>
            </a:r>
            <a:r>
              <a:rPr lang="en-US" sz="1200" b="0" i="0" u="none" strike="noStrike" cap="none" dirty="0">
                <a:solidFill>
                  <a:srgbClr val="00FF88"/>
                </a:solidFill>
                <a:latin typeface="Fira Code"/>
                <a:ea typeface="Fira Code"/>
                <a:cs typeface="Fira Code"/>
                <a:sym typeface="Fira Code"/>
              </a:rPr>
              <a:t> © </a:t>
            </a:r>
            <a:r>
              <a:rPr lang="en-US" sz="1200" b="0" i="0" u="none" strike="noStrike" cap="none" dirty="0" err="1">
                <a:solidFill>
                  <a:srgbClr val="00FF88"/>
                </a:solidFill>
                <a:latin typeface="Fira Code"/>
                <a:ea typeface="Fira Code"/>
                <a:cs typeface="Fira Code"/>
                <a:sym typeface="Fira Code"/>
              </a:rPr>
              <a:t>Projeto</a:t>
            </a:r>
            <a:r>
              <a:rPr lang="en-US" sz="1200" b="0" i="0" u="none" strike="noStrike" cap="none" dirty="0">
                <a:solidFill>
                  <a:srgbClr val="00FF88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 b="0" i="0" u="none" strike="noStrike" cap="none" dirty="0" err="1">
                <a:solidFill>
                  <a:srgbClr val="00FF88"/>
                </a:solidFill>
                <a:latin typeface="Fira Code"/>
                <a:ea typeface="Fira Code"/>
                <a:cs typeface="Fira Code"/>
                <a:sym typeface="Fira Code"/>
              </a:rPr>
              <a:t>Acadêmico</a:t>
            </a:r>
            <a:endParaRPr dirty="0" err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24</cp:revision>
  <dcterms:modified xsi:type="dcterms:W3CDTF">2026-06-20T21:49:57Z</dcterms:modified>
</cp:coreProperties>
</file>